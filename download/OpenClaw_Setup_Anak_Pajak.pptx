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595586"/>
            <a:ext cx="8595360" cy="107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5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Simpel Setup</a:t>
            </a:r>
            <a:endParaRPr lang="en-US" sz="3400" dirty="0"/>
          </a:p>
          <a:p>
            <a:pPr algn="ctr" indent="0" marL="0">
              <a:lnSpc>
                <a:spcPts val="425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buat Anak Pajak</a:t>
            </a:r>
            <a:endParaRPr lang="en-US" sz="3400" dirty="0"/>
          </a:p>
        </p:txBody>
      </p:sp>
      <p:pic>
        <p:nvPicPr>
          <p:cNvPr id="3" name="Image 0" descr="/home/z/my-project/download/ppt_workspace/accent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776389"/>
            <a:ext cx="762000" cy="63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1298" y="3081040"/>
            <a:ext cx="56614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Skill yang Wajib Dipakai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41298" y="3395365"/>
            <a:ext cx="56614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Praktis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OpenClaw?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085850"/>
            <a:ext cx="441736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adalah framework AI agent 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bisa dijalankan di mesin kamu sendiri. Dengan 310K+ GitHub stars, OpenClaw jadi salah satu project AI paling populer di dunia.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7950" y="2165300"/>
            <a:ext cx="44173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langsung dengan LLM seperti Claude, GPT, dan DeepSeek, serta bisa terhubung ke 30+ platform pesan termasuk 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Telegram, dan Discord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7950" y="3006626"/>
            <a:ext cx="44173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juga punya ekosistem 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</a:t>
            </a:r>
            <a:pPr algn="l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dengan 500+ skill yang siap dipasang untuk berbagai kebutuhan profesional.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92601" y="1085850"/>
            <a:ext cx="3543449" cy="938957"/>
          </a:xfrm>
          <a:prstGeom prst="roundRect">
            <a:avLst>
              <a:gd name="adj" fmla="val 10821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21176" y="1085850"/>
            <a:ext cx="0" cy="938957"/>
          </a:xfrm>
          <a:prstGeom prst="line">
            <a:avLst/>
          </a:prstGeom>
          <a:noFill/>
          <a:ln w="57150">
            <a:solidFill>
              <a:srgbClr val="1284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8351" y="1289000"/>
            <a:ext cx="39378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310K+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78351" y="1635026"/>
            <a:ext cx="30896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92601" y="2177207"/>
            <a:ext cx="3543449" cy="938957"/>
          </a:xfrm>
          <a:prstGeom prst="roundRect">
            <a:avLst>
              <a:gd name="adj" fmla="val 10821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21176" y="2177207"/>
            <a:ext cx="0" cy="938957"/>
          </a:xfrm>
          <a:prstGeom prst="line">
            <a:avLst/>
          </a:prstGeom>
          <a:noFill/>
          <a:ln w="57150">
            <a:solidFill>
              <a:srgbClr val="128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8351" y="2380357"/>
            <a:ext cx="39378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8351" y="2726382"/>
            <a:ext cx="30896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di ClawHub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92601" y="3268563"/>
            <a:ext cx="3543449" cy="938957"/>
          </a:xfrm>
          <a:prstGeom prst="roundRect">
            <a:avLst>
              <a:gd name="adj" fmla="val 10821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21176" y="3268563"/>
            <a:ext cx="0" cy="938957"/>
          </a:xfrm>
          <a:prstGeom prst="line">
            <a:avLst/>
          </a:prstGeom>
          <a:noFill/>
          <a:ln w="57150">
            <a:solidFill>
              <a:srgbClr val="1284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8351" y="3471714"/>
            <a:ext cx="39378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78351" y="3817739"/>
            <a:ext cx="30896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Terhubung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Anak Pajak Butuh OpenClaw?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034951"/>
            <a:ext cx="3962400" cy="1037332"/>
          </a:xfrm>
          <a:prstGeom prst="roundRect">
            <a:avLst>
              <a:gd name="adj" fmla="val 9794"/>
            </a:avLst>
          </a:prstGeom>
          <a:solidFill>
            <a:srgbClr val="F7FB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58763"/>
            <a:ext cx="3962400" cy="0"/>
          </a:xfrm>
          <a:prstGeom prst="line">
            <a:avLst/>
          </a:prstGeom>
          <a:noFill/>
          <a:ln w="47625">
            <a:solidFill>
              <a:srgbClr val="1284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260277"/>
            <a:ext cx="4622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Pelaporan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101" y="1507927"/>
            <a:ext cx="36272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Bantuan proses SPT, e-Bupot, dan pelaporan pajak lainnya jadi lebih cepat dan minim human error.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224683"/>
            <a:ext cx="3962400" cy="1037332"/>
          </a:xfrm>
          <a:prstGeom prst="roundRect">
            <a:avLst>
              <a:gd name="adj" fmla="val 9794"/>
            </a:avLst>
          </a:prstGeom>
          <a:solidFill>
            <a:srgbClr val="F7FB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2248495"/>
            <a:ext cx="3962400" cy="0"/>
          </a:xfrm>
          <a:prstGeom prst="line">
            <a:avLst/>
          </a:prstGeom>
          <a:noFill/>
          <a:ln w="47625">
            <a:solidFill>
              <a:srgbClr val="FF86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2450009"/>
            <a:ext cx="4622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Regulasi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1101" y="2697659"/>
            <a:ext cx="36272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dan rangkum perubahan UU Pajak, PER, atau SE terbaru secara otomatis pakai AI.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73501" y="1034951"/>
            <a:ext cx="3962549" cy="1037332"/>
          </a:xfrm>
          <a:prstGeom prst="roundRect">
            <a:avLst>
              <a:gd name="adj" fmla="val 9794"/>
            </a:avLst>
          </a:prstGeom>
          <a:solidFill>
            <a:srgbClr val="F7FB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73501" y="1058763"/>
            <a:ext cx="3962549" cy="0"/>
          </a:xfrm>
          <a:prstGeom prst="line">
            <a:avLst/>
          </a:prstGeom>
          <a:noFill/>
          <a:ln w="47625">
            <a:solidFill>
              <a:srgbClr val="1284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651" y="1260277"/>
            <a:ext cx="46231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Dokumen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651" y="1507927"/>
            <a:ext cx="362737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 data dari PDF faktur pajak, kwitansi, dan dokumen pendukung lainnya dalam sekejap.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3501" y="2224683"/>
            <a:ext cx="3962549" cy="1037332"/>
          </a:xfrm>
          <a:prstGeom prst="roundRect">
            <a:avLst>
              <a:gd name="adj" fmla="val 9794"/>
            </a:avLst>
          </a:prstGeom>
          <a:solidFill>
            <a:srgbClr val="F7FB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3501" y="2248495"/>
            <a:ext cx="3962549" cy="0"/>
          </a:xfrm>
          <a:prstGeom prst="line">
            <a:avLst/>
          </a:prstGeom>
          <a:noFill/>
          <a:ln w="47625">
            <a:solidFill>
              <a:srgbClr val="FF86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651" y="2450009"/>
            <a:ext cx="46231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Klien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6651" y="2697659"/>
            <a:ext cx="362737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 pertanyaan pajak klien lewat WhatsApp/Telegram dengan respons yang konsisten dan akurat.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OpenClaw: Langkah 1-3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87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sampai OpenClaw pertama kali jalan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288852"/>
            <a:ext cx="2590800" cy="385464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0151" y="148560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7880" y="1574453"/>
            <a:ext cx="72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0151" y="1993404"/>
            <a:ext cx="2790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Node.js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0151" y="2241054"/>
            <a:ext cx="2189327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Node.js versi LTS dari nodejs.org. Pilih versi 20.x atau lebih baru.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0151" y="2824907"/>
            <a:ext cx="218932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npm sudah terpasang: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0151" y="3078807"/>
            <a:ext cx="2146399" cy="454521"/>
          </a:xfrm>
          <a:prstGeom prst="roundRect">
            <a:avLst>
              <a:gd name="adj" fmla="val 139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101" y="3155007"/>
            <a:ext cx="193034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--version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7101" y="3306068"/>
            <a:ext cx="193034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76451" y="1288852"/>
            <a:ext cx="2590949" cy="3854648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8652" y="148560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66381" y="1574453"/>
            <a:ext cx="72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98652" y="1993404"/>
            <a:ext cx="2790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OpenClaw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8652" y="2241054"/>
            <a:ext cx="218947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terminal, lalu jalankan perintah instalasi resmi: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8652" y="2672655"/>
            <a:ext cx="2146548" cy="605582"/>
          </a:xfrm>
          <a:prstGeom prst="roundRect">
            <a:avLst>
              <a:gd name="adj" fmla="val 104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25602" y="2748855"/>
            <a:ext cx="1930500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https://get.openclaw.ai | bash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98652" y="3278237"/>
            <a:ext cx="21894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 via npm: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8652" y="3532138"/>
            <a:ext cx="214654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25602" y="3608338"/>
            <a:ext cx="193050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openclaw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45101" y="1288852"/>
            <a:ext cx="2590949" cy="3854648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7301" y="148560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35030" y="1574453"/>
            <a:ext cx="72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7301" y="1993404"/>
            <a:ext cx="2790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7301" y="2241054"/>
            <a:ext cx="21894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perintah pertama kali: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7301" y="2494955"/>
            <a:ext cx="214654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94252" y="2571155"/>
            <a:ext cx="193050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7301" y="2798415"/>
            <a:ext cx="218947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akan otomatis guide kamu setup API key (Claude/GPT) dan konfigurasi awal.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OpenClaw: Langkah 4-5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87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Sambungkan ke platform dan mulai pasang skill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288852"/>
            <a:ext cx="3975199" cy="3854648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0151" y="148560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86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7880" y="1574453"/>
            <a:ext cx="72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0151" y="1993404"/>
            <a:ext cx="4590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Hubungkan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0151" y="2241054"/>
            <a:ext cx="36014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Sambungkan ke WhatsApp, Telegram, atau Discord: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0151" y="2494955"/>
            <a:ext cx="353079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101" y="2571155"/>
            <a:ext cx="334243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connect whatsapp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0151" y="2874615"/>
            <a:ext cx="353079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101" y="2950815"/>
            <a:ext cx="334243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connect discord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0151" y="3178076"/>
            <a:ext cx="36014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Ikuti QR code atau token auth yang muncul di layar.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0850" y="1288852"/>
            <a:ext cx="3975199" cy="3854648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3051" y="148560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86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50780" y="1574453"/>
            <a:ext cx="72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83051" y="1993404"/>
            <a:ext cx="4590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Pasang Skill Pertama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3051" y="2241054"/>
            <a:ext cx="36014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dan install skill dari ClawHub: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83051" y="2494955"/>
            <a:ext cx="353079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0001" y="2571155"/>
            <a:ext cx="334243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web-search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83051" y="2874615"/>
            <a:ext cx="353079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10001" y="2950815"/>
            <a:ext cx="334243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pdf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83051" y="3254276"/>
            <a:ext cx="3530798" cy="303461"/>
          </a:xfrm>
          <a:prstGeom prst="roundRect">
            <a:avLst>
              <a:gd name="adj" fmla="val 209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0001" y="3330476"/>
            <a:ext cx="334243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gog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83051" y="3659237"/>
            <a:ext cx="3530798" cy="528638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906863" y="3659237"/>
            <a:ext cx="0" cy="528638"/>
          </a:xfrm>
          <a:prstGeom prst="line">
            <a:avLst/>
          </a:prstGeom>
          <a:noFill/>
          <a:ln w="47625">
            <a:solidFill>
              <a:srgbClr val="FF86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3076" y="3760738"/>
            <a:ext cx="3241941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9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9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Pasang skill GOG (Google Workspace) dulu, ini paling berguna buat anak pajak!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Skill: Produktivitas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009650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151" y="1206401"/>
            <a:ext cx="586234" cy="234553"/>
          </a:xfrm>
          <a:prstGeom prst="roundRect">
            <a:avLst>
              <a:gd name="adj" fmla="val 54145"/>
            </a:avLst>
          </a:prstGeom>
          <a:solidFill>
            <a:srgbClr val="FF86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652" y="1231702"/>
            <a:ext cx="39089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0151" y="1517154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0151" y="1771055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regulasi pajak, putusan MA, atau berita perpajakan terbaru langsung dari AI assistant kamu.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0151" y="2215158"/>
            <a:ext cx="2213074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652" y="2253258"/>
            <a:ext cx="205027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web-search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787848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0151" y="2984599"/>
            <a:ext cx="1225748" cy="234553"/>
          </a:xfrm>
          <a:prstGeom prst="roundRect">
            <a:avLst>
              <a:gd name="adj" fmla="val 5414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1652" y="3009900"/>
            <a:ext cx="104320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0151" y="3295352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0151" y="3549253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 data dari PDF e-SPT, faktur pajak, dan dokumen DJP. Bisa merge dan split file PDF juga.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151" y="3993356"/>
            <a:ext cx="1786682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1652" y="4031456"/>
            <a:ext cx="161535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pdf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0850" y="1009650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3051" y="1206401"/>
            <a:ext cx="586234" cy="234553"/>
          </a:xfrm>
          <a:prstGeom prst="roundRect">
            <a:avLst>
              <a:gd name="adj" fmla="val 54145"/>
            </a:avLst>
          </a:prstGeom>
          <a:solidFill>
            <a:srgbClr val="FF86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4552" y="1231702"/>
            <a:ext cx="39089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3051" y="1517154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(GOG)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83051" y="1771055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Google Sheets, Docs, dan Gmail. Cocok buat bikin laporan pajak dan kirim ke klien via email.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3051" y="2215158"/>
            <a:ext cx="1786682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4552" y="2253258"/>
            <a:ext cx="161535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gog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0850" y="2787848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83051" y="2984599"/>
            <a:ext cx="1225748" cy="234553"/>
          </a:xfrm>
          <a:prstGeom prst="roundRect">
            <a:avLst>
              <a:gd name="adj" fmla="val 5414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84552" y="3009900"/>
            <a:ext cx="104320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3051" y="3295352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(Spreadsheet)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83051" y="3549253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dan edit Excel dengan formula otomatis. Hitung PPh, PPN, dan pajak lainnya pakai AI.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83051" y="3993356"/>
            <a:ext cx="1847701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84552" y="4031456"/>
            <a:ext cx="16775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xlsx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Skill: Otomasi dan Lainnya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009650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151" y="1206401"/>
            <a:ext cx="1225748" cy="234553"/>
          </a:xfrm>
          <a:prstGeom prst="roundRect">
            <a:avLst>
              <a:gd name="adj" fmla="val 5414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652" y="1231702"/>
            <a:ext cx="104320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0151" y="1517154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AgentMail (Email)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0151" y="1771055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dan terima email otomatis. Perfect buat follow-up klien, reminder pajak, dan kirim dokumen SPT.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0151" y="2215158"/>
            <a:ext cx="2152204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652" y="2253258"/>
            <a:ext cx="198818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agentmail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787848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0151" y="2984599"/>
            <a:ext cx="1225748" cy="234553"/>
          </a:xfrm>
          <a:prstGeom prst="roundRect">
            <a:avLst>
              <a:gd name="adj" fmla="val 54145"/>
            </a:avLst>
          </a:prstGeom>
          <a:solidFill>
            <a:srgbClr val="1284B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1652" y="3009900"/>
            <a:ext cx="104320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0151" y="3295352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Browser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0151" y="3549253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web browser. Isi form e-Bupot online, cek e-Faktur, atau akses portal DJP tanpa manual.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151" y="3993356"/>
            <a:ext cx="2395835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1652" y="4031456"/>
            <a:ext cx="223669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agent-browser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0850" y="1009650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3051" y="1206401"/>
            <a:ext cx="654546" cy="234553"/>
          </a:xfrm>
          <a:prstGeom prst="roundRect">
            <a:avLst>
              <a:gd name="adj" fmla="val 54145"/>
            </a:avLst>
          </a:prstGeom>
          <a:solidFill>
            <a:srgbClr val="7C3D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4552" y="1231702"/>
            <a:ext cx="46057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3051" y="1517154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(Word)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83051" y="1771055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surat keterangan, laporan pajak, dan dokumen formal dalam format Word otomatis.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3051" y="2215158"/>
            <a:ext cx="1847701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4552" y="2253258"/>
            <a:ext cx="16775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docx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0850" y="2787848"/>
            <a:ext cx="3975199" cy="1625798"/>
          </a:xfrm>
          <a:prstGeom prst="roundRect">
            <a:avLst>
              <a:gd name="adj" fmla="val 6249"/>
            </a:avLst>
          </a:prstGeom>
          <a:solidFill>
            <a:srgbClr val="FFFFFF"/>
          </a:solidFill>
          <a:ln w="19050">
            <a:solidFill>
              <a:srgbClr val="E0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83051" y="2984599"/>
            <a:ext cx="654546" cy="234553"/>
          </a:xfrm>
          <a:prstGeom prst="roundRect">
            <a:avLst>
              <a:gd name="adj" fmla="val 54145"/>
            </a:avLst>
          </a:prstGeom>
          <a:solidFill>
            <a:srgbClr val="7C3D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84552" y="3009900"/>
            <a:ext cx="46057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3051" y="3295352"/>
            <a:ext cx="4590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(PowerPoint)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83051" y="3549253"/>
            <a:ext cx="360141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presentasi materi pajak untuk klien atau internal meeting secara otomatis pakai AI.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83051" y="3993356"/>
            <a:ext cx="1847701" cy="223540"/>
          </a:xfrm>
          <a:prstGeom prst="roundRect">
            <a:avLst>
              <a:gd name="adj" fmla="val 22725"/>
            </a:avLst>
          </a:prstGeom>
          <a:solidFill>
            <a:srgbClr val="F0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84552" y="4031456"/>
            <a:ext cx="16775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skill install pptx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68301"/>
            <a:ext cx="85952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Penting</a:t>
            </a:r>
            <a:endParaRPr lang="en-US" sz="2800" dirty="0"/>
          </a:p>
        </p:txBody>
      </p:sp>
      <p:pic>
        <p:nvPicPr>
          <p:cNvPr id="3" name="Image 0" descr="/home/z/my-project/download/ppt_workspace/accent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401" y="1679377"/>
            <a:ext cx="634901" cy="5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70232" y="1971377"/>
            <a:ext cx="360338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dari skill yang paling kamu butuhkan dulu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70232" y="2291358"/>
            <a:ext cx="360338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model Claude untuk akurasi regulasi pajak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70232" y="2611338"/>
            <a:ext cx="360338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review output AI sebelum kirim ke klien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70232" y="2931319"/>
            <a:ext cx="360338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konfigurasi OpenClaw kamu secara berkala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70232" y="3429000"/>
            <a:ext cx="3603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docs.openclaw.ai | github.com/openclaw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70232" y="3841700"/>
            <a:ext cx="3603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dengan OpenClaw |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 Simpel Setup OpenClaw buat Anak Pajak</dc:title>
  <dc:subject>PptxGenJS Presentation</dc:subject>
  <dc:creator>Super Z</dc:creator>
  <cp:lastModifiedBy>Super Z</cp:lastModifiedBy>
  <cp:revision>1</cp:revision>
  <dcterms:created xsi:type="dcterms:W3CDTF">2026-03-31T03:53:50Z</dcterms:created>
  <dcterms:modified xsi:type="dcterms:W3CDTF">2026-03-31T03:53:50Z</dcterms:modified>
</cp:coreProperties>
</file>